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914400"/>
            <a:ext cx="2743200" cy="2743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4572000"/>
            <a:ext cx="2286000" cy="2286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5029200"/>
            <a:ext cx="1371600" cy="1371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7315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MCP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926080"/>
            <a:ext cx="2743200" cy="457200"/>
          </a:xfrm>
          <a:prstGeom prst="roundRect">
            <a:avLst>
              <a:gd name="adj" fmla="val 1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944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🧠  AI-Powered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Kubernetes-native governance for MCP (Model Context Protocol)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7548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7731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☸ Kubernetes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7548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47731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🐹 Go 1.25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47548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7731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⚛ Next.js 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7548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7731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🤖 Google Gemini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7548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7731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🦙 Ollama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47548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477316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📦 Helm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943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github.com/techwithhuz/mcp-security-governance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MCP Governance?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Problem: AI Agents Are Expanding — Without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3832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MCP servers exposed without</a:t>
            </a:r>
            <a:br/>
            <a:r>
              <a:t>JWT or mTLS 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011680"/>
            <a:ext cx="33832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Gateway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9718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Direct access to MCP tools</a:t>
            </a:r>
            <a:br/>
            <a:r>
              <a:t>without proxy enforcement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201168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2011680"/>
            <a:ext cx="3383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8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29718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RBAC policies controlling</a:t>
            </a:r>
            <a:br/>
            <a:r>
              <a:t>which agents access which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297680"/>
            <a:ext cx="3383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MCP traffic flowing without</a:t>
            </a:r>
            <a:br/>
            <a:r>
              <a:t>TLS encryption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429768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59" y="4297680"/>
            <a:ext cx="33832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4526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Tool Sprawl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52578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Servers exposing too many tools</a:t>
            </a:r>
            <a:br/>
            <a:r>
              <a:t>increasing attack surface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8" y="429768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598" y="4297680"/>
            <a:ext cx="338328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18" y="4526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8" y="4937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Visibility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8" y="52578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dashboard or scoring to</a:t>
            </a:r>
            <a:br/>
            <a:r>
              <a:t>understand security posture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6126480"/>
            <a:ext cx="6858000" cy="502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61447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⚠️  Without governance, every MCP server is a potential security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unified governance layer for the MCP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6060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Automatically find all MCP</a:t>
            </a:r>
            <a:br/>
            <a:r>
              <a:t>resources across every</a:t>
            </a:r>
            <a:br/>
            <a:r>
              <a:t>namespace in your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0116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029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0312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103120"/>
            <a:ext cx="26060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Calibri"/>
              </a:defRPr>
            </a:pPr>
            <a:r>
              <a:t>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432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06324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Score security posture with</a:t>
            </a:r>
            <a:br/>
            <a:r>
              <a:t>configurable policies across</a:t>
            </a:r>
            <a:br/>
            <a:r>
              <a:t>8 governance 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20116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2029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10312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103120"/>
            <a:ext cx="260604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432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6324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AI-powered deep risk analysis</a:t>
            </a:r>
            <a:br/>
            <a:r>
              <a:t>with reasoning, risks, and</a:t>
            </a:r>
            <a:br/>
            <a:r>
              <a:t>actionable suggestions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0116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029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2103120"/>
            <a:ext cx="260604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2103120"/>
            <a:ext cx="26060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7432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Visualize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06324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Real-time enterprise dashboard</a:t>
            </a:r>
            <a:br/>
            <a:r>
              <a:t>with trends, findings, and</a:t>
            </a:r>
            <a:br/>
            <a:r>
              <a:t>per-resource drill-down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09960" y="20116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9960" y="2029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303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"Shift-left security for AI agent infrastructure — catch misconfigurations before they become breaches."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Architecture &amp;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🖥️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Next.js 14</a:t>
            </a:r>
            <a:br/>
            <a:r>
              <a:t>Auto-refresh 15s</a:t>
            </a:r>
            <a:br/>
            <a:r>
              <a:t>Port :3000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0312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103120"/>
            <a:ext cx="4572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40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⚙️ Governance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Go API Server :8090  |  Scoring Engine  |  🧠 AI Agent  | 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103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2103120"/>
            <a:ext cx="228600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48B"/>
                </a:solidFill>
                <a:latin typeface="Calibri"/>
              </a:defRPr>
            </a:pPr>
            <a:r>
              <a:t>☸ K8s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list / watch</a:t>
            </a:r>
            <a:br/>
            <a:r>
              <a:t>All namespaces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468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←→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←→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9E0B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AgentGateway</a:t>
            </a:r>
            <a:br/>
            <a:r>
              <a:t>Backends, Policies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1148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1605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Kagent</a:t>
            </a:r>
            <a:br/>
            <a:r>
              <a:t>Agents, MCPServers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1148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5CF6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1605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Gateway API</a:t>
            </a:r>
            <a:br/>
            <a:r>
              <a:t>Gateways, HTTPRoutes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41148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F4444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1605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Governance CRDs</a:t>
            </a:r>
            <a:br/>
            <a:r>
              <a:t>Policy, Evaluation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4114800"/>
            <a:ext cx="2103120" cy="10972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C4899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1605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LLM Providers</a:t>
            </a:r>
            <a:br/>
            <a:r>
              <a:t>Gemini, Ollama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Flow: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1. Controller discovers MCP resources every 30s   →   2. Reads MCPGovernancePolicy CRD for rules   →   3. Evaluator scores across 8 categories (0–100)   →   4. AI Agent sends state to LLM for deep analysis   →   5. Results exposed via REST API + written to CRD   →   6. Dashboard polls API every 15s for real-time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Scoring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Policy-driven 0–100 governance score across 8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Score Gauge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834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52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90–100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80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Compliant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429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47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70–89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023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69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50–69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69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9E0B"/>
                </a:solidFill>
                <a:latin typeface="Calibri"/>
              </a:defRPr>
            </a:pPr>
            <a:r>
              <a:t>NonCompliant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6177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36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30–49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663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97316"/>
                </a:solidFill>
                <a:latin typeface="Calibri"/>
              </a:defRPr>
            </a:pPr>
            <a:r>
              <a:t>NonCompliant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212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30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57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0–29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257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Category Weights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AgentGateway Compliance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2560320"/>
            <a:ext cx="2286000" cy="2286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990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Authentication (JWT)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035808"/>
            <a:ext cx="1828800" cy="2286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0083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465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Authorization (RBAC)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3511296"/>
            <a:ext cx="1371600" cy="22860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483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941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TLS Encryption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3986784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959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416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CORS Policy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462272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434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Prompt Guard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4937760"/>
            <a:ext cx="914400" cy="22860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4910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367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5413248"/>
            <a:ext cx="457200" cy="2286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385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58430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Tool Scope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5888736"/>
            <a:ext cx="457200" cy="2286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86130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0" y="201168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Scoring Formula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Category Score =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2880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max(0, 100 - Σ penalties)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32918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Cluster Score =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3611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Σ(score × weight) / Σ weights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86800" y="4389120"/>
            <a:ext cx="320040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Severity Penalties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4937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−40 pts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5230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5230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−25 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55229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55229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−15 pts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5815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0" y="58155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−5 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🧠 AI-Powered Governance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Deep risk analysis powered by Google Gemini or local Ollama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/>
              </a:defRPr>
            </a:pPr>
            <a:r>
              <a:t>What the AI Agent Provides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🎯  AI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Independent 0–100 score with grade, generated by the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💬 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Human-readable explanation of why the AI assigned its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⚠️  Risk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Categorized risks with severity, description, and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💡 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Prioritized, actionable remediation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⚖️ 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Side-by-side AI score vs algorithmic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54864" cy="2011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60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Model: gemini-2.5-flash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80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Cloud API</a:t>
            </a:r>
            <a:br/>
            <a:r>
              <a:t>20 req/day (free tier)</a:t>
            </a:r>
            <a:br/>
            <a:r>
              <a:t>GOOGLE_API_KEY secret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29768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480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Ollama (Local)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46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Model: llama3.1, qwen2.5, etc.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66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Air-gapped / private</a:t>
            </a:r>
            <a:br/>
            <a:r>
              <a:t>OpenAI-compatible API</a:t>
            </a:r>
            <a:br/>
            <a:r>
              <a:t>No API key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011680"/>
            <a:ext cx="256032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⏱️ Smart Rate Limiting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06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▸ Configurable scan</a:t>
            </a:r>
            <a:br/>
            <a:r>
              <a:t>interval (default: 5m)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▸ Exponential backoff</a:t>
            </a:r>
            <a:br/>
            <a:r>
              <a:t>5m → 10m → 20m → 30m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069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▸ Auto-reset on 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▸ Dashboard refresh</a:t>
            </a:r>
            <a:br/>
            <a:r>
              <a:t>bypasses rate limit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532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▸ Pause/Resume toggle</a:t>
            </a:r>
            <a:br/>
            <a:r>
              <a:t>without CR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Enterprise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Real-time visibility into your MCP security posture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651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Score Gauge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Animated 0–100 dial with</a:t>
            </a:r>
            <a:br/>
            <a:r>
              <a:t>grade (A–F) and phase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65176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Score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analysis with risks,</a:t>
            </a:r>
            <a:br/>
            <a:r>
              <a:t>suggestions, refresh/pause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65176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Trend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Historical score and</a:t>
            </a:r>
            <a:br/>
            <a:r>
              <a:t>finding count over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011680"/>
            <a:ext cx="2651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Findings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Filterable by severity,</a:t>
            </a:r>
            <a:br/>
            <a:r>
              <a:t>category, resource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06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2651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Resource Cards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Agents, MCPServers,</a:t>
            </a:r>
            <a:br/>
            <a:r>
              <a:t>Gateways, Endpoints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4206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3280" y="4206240"/>
            <a:ext cx="2651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Category Breakdown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Per-category scores</a:t>
            </a:r>
            <a:br/>
            <a:r>
              <a:t>with weight visualization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206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206240"/>
            <a:ext cx="265176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4899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Score Explainer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Human-readable scoring</a:t>
            </a:r>
            <a:br/>
            <a:r>
              <a:t>explanation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4206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4206240"/>
            <a:ext cx="265176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4748B"/>
                </a:solidFill>
                <a:latin typeface="Calibri"/>
              </a:defRPr>
            </a:pPr>
            <a:r>
              <a:t>🗂️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4846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Resource Inventory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Per-resource drill-down</a:t>
            </a:r>
            <a:br/>
            <a:r>
              <a:t>with individual scores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3 Tabs:   📊 Overview   |   📦 Resources   |   🔍 Findings        •  Auto-refresh every 15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Configuration &amp; Custom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Everything is driven by Kubernetes CRDs — no external config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📋 MCPGovernancePolicy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Cluster-scoped  •  Short name: mgp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require* flags — toggle each governance category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scoringWeights — customize category importance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severityPenalties — tune penalty per severity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targetNamespaces / excludeNamespaces — scope control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maxToolsWarning / maxToolsCritical — tool thresholds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aiAgent block — provider, model, scan interval, on/off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Status subresource — auto-populated with score &amp; 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📊 GovernanceEvaluation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Cluster-scoped  •  Short names: ge, goveval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policyRef — references the governance policy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evaluationScope — cluster / namespace / resource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status.score — overall governance score (0–100)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status.findings — full list with remediation steps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status.scoreBreakdown — per-category scores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status.resourceSummary — discovered resource counts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status.namespaceScores — per-namespace breakdown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REST API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12 API endpoints + multiple deployment options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📜 REST API Endpoints (port 8090)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06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Health check +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535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53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Score, grade, phase,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009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00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00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All findings + severity 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484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48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6484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Resource inventory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959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959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/api/governance/resources/detail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95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Per-resource scores &amp;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Category score breakdown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908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690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/api/governance/trends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690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Historical score data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383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0383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/api/governance/ai-score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038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AI score, risks, suggestions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3858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3858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/api/governance/ai-score/refresh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385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Trigger immediate AI 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332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733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Calibri"/>
              </a:defRPr>
            </a:pPr>
            <a:r>
              <a:t>/api/governance/ai-score/toggle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733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Pause/resume AI scanning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2011680"/>
            <a:ext cx="457200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🚀 Deployment Options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265176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2697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Kind (Local Dev)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29718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make create-cluster &amp;&amp; make all</a:t>
            </a:r>
            <a:br/>
            <a:r>
              <a:t>One-command local setup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657600"/>
            <a:ext cx="54864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3703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Helm Chart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977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helm install mcp-governance</a:t>
            </a:r>
            <a:br/>
            <a:r>
              <a:t>./charts/mcp-governance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0" y="4663440"/>
            <a:ext cx="54864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709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Raw Manifests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49834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kubectl apply -f deploy/</a:t>
            </a:r>
            <a:br/>
            <a:r>
              <a:t>Full control over resources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56692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5715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Production (Registry)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9893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Push to GHCR / Docker Hub</a:t>
            </a:r>
            <a:br/>
            <a:r>
              <a:t>imagePullPolicy: Always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609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41120" y="640080"/>
            <a:ext cx="6096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50720" y="640080"/>
            <a:ext cx="60961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CI/CD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Automated pipelines with comprehensive test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🔄 CI Pipeline (Push / PR to main)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go vet → go test → go build (controller)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npm ci → npm run build (dashboard)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10B981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helm lint (chart validation)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🏷️ Release Pipeline (Push v* tag)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Multi-arch images (amd64 + arm64) → GHCR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Helm chart → GHCR OCI registry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855F7"/>
                </a:solidFill>
                <a:latin typeface="Calibri"/>
              </a:rPr>
              <a:t>▸ </a:t>
            </a:r>
            <a:r>
              <a:rPr sz="1300">
                <a:solidFill>
                  <a:srgbClr val="CBD5E1"/>
                </a:solidFill>
                <a:latin typeface="Calibri"/>
              </a:rPr>
              <a:t>GitHub Release with install 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9728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🧪 Test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pkg/evaluator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85+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All 9 governance checks, scoring engine, penalties, weights, edge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pkg/discovery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17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623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Nested object traversal helpers (getNestedMap, String, Int, Slice)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cmd/api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30+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623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All HTTP handlers, helpers, CORS, trend recording, JSON responses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57200"/>
            <a:ext cx="3200400" cy="3200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1148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MCP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377440"/>
            <a:ext cx="2743200" cy="457200"/>
          </a:xfrm>
          <a:prstGeom prst="roundRect">
            <a:avLst>
              <a:gd name="adj" fmla="val 15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395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🧠  AI-Powered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Secure your AI agent infrastructure with</a:t>
            </a:r>
            <a:br/>
            <a:r>
              <a:t>policy-driven governance and AI-powered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206240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Governance</a:t>
            </a:r>
            <a:br/>
            <a:r>
              <a:t>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206240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/>
              </a:defRPr>
            </a:pPr>
            <a:r>
              <a:t>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754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Weighted</a:t>
            </a:r>
            <a:br/>
            <a:r>
              <a:t>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206240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754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LLM</a:t>
            </a:r>
            <a:br/>
            <a:r>
              <a:t>Providers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4206240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754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 API</a:t>
            </a:r>
            <a:br/>
            <a:r>
              <a:t>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206240"/>
            <a:ext cx="164592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297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  <a:latin typeface="Calibri"/>
              </a:defRPr>
            </a:pPr>
            <a:r>
              <a:t>130+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754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Unit</a:t>
            </a:r>
            <a:br/>
            <a:r>
              <a:t>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🔗 github.com/techwithhuz/mcp-security-governance    |    📄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